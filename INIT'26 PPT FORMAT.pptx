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859500" cy="10287000"/>
  <p:notesSz cx="6858000" cy="9144000"/>
  <p:embeddedFontLst>
    <p:embeddedFont>
      <p:font typeface="Antonio Bold" panose="020B0604020202020204" charset="0"/>
      <p:regular r:id="rId10"/>
    </p:embeddedFont>
    <p:embeddedFont>
      <p:font typeface="Poppi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896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45874" y="620428"/>
            <a:ext cx="1184926" cy="1050798"/>
          </a:xfrm>
          <a:custGeom>
            <a:avLst/>
            <a:gdLst/>
            <a:ahLst/>
            <a:cxnLst/>
            <a:rect l="l" t="t" r="r" b="b"/>
            <a:pathLst>
              <a:path w="1184926" h="1050798">
                <a:moveTo>
                  <a:pt x="0" y="0"/>
                </a:moveTo>
                <a:lnTo>
                  <a:pt x="1184926" y="0"/>
                </a:lnTo>
                <a:lnTo>
                  <a:pt x="1184926" y="1050799"/>
                </a:lnTo>
                <a:lnTo>
                  <a:pt x="0" y="1050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31" t="-28043" r="-20273" b="-3806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9716904" y="523542"/>
            <a:ext cx="6183758" cy="1244571"/>
            <a:chOff x="0" y="0"/>
            <a:chExt cx="8245010" cy="1659429"/>
          </a:xfrm>
        </p:grpSpPr>
        <p:sp>
          <p:nvSpPr>
            <p:cNvPr id="4" name="Freeform 4"/>
            <p:cNvSpPr/>
            <p:nvPr/>
          </p:nvSpPr>
          <p:spPr>
            <a:xfrm>
              <a:off x="1008656" y="0"/>
              <a:ext cx="1982708" cy="1659429"/>
            </a:xfrm>
            <a:custGeom>
              <a:avLst/>
              <a:gdLst/>
              <a:ahLst/>
              <a:cxnLst/>
              <a:rect l="l" t="t" r="r" b="b"/>
              <a:pathLst>
                <a:path w="1982708" h="1659429">
                  <a:moveTo>
                    <a:pt x="0" y="0"/>
                  </a:moveTo>
                  <a:lnTo>
                    <a:pt x="1982708" y="0"/>
                  </a:lnTo>
                  <a:lnTo>
                    <a:pt x="1982708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459" r="-2763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8656" cy="1659429"/>
            </a:xfrm>
            <a:custGeom>
              <a:avLst/>
              <a:gdLst/>
              <a:ahLst/>
              <a:cxnLst/>
              <a:rect l="l" t="t" r="r" b="b"/>
              <a:pathLst>
                <a:path w="1008656" h="1659429">
                  <a:moveTo>
                    <a:pt x="0" y="0"/>
                  </a:moveTo>
                  <a:lnTo>
                    <a:pt x="1008656" y="0"/>
                  </a:lnTo>
                  <a:lnTo>
                    <a:pt x="1008656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912" r="-7397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66385" y="0"/>
              <a:ext cx="5478625" cy="1659429"/>
            </a:xfrm>
            <a:custGeom>
              <a:avLst/>
              <a:gdLst/>
              <a:ahLst/>
              <a:cxnLst/>
              <a:rect l="l" t="t" r="r" b="b"/>
              <a:pathLst>
                <a:path w="5478625" h="1659429">
                  <a:moveTo>
                    <a:pt x="0" y="0"/>
                  </a:moveTo>
                  <a:lnTo>
                    <a:pt x="5478625" y="0"/>
                  </a:lnTo>
                  <a:lnTo>
                    <a:pt x="5478625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3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11988" y="3479703"/>
            <a:ext cx="12635525" cy="356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16"/>
              </a:lnSpc>
            </a:pPr>
            <a:r>
              <a:rPr lang="en-US" sz="25015" b="1" spc="-625" dirty="0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INIT’26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138413" y="4202072"/>
            <a:ext cx="10582674" cy="1558010"/>
            <a:chOff x="0" y="0"/>
            <a:chExt cx="14110232" cy="2077347"/>
          </a:xfrm>
        </p:grpSpPr>
        <p:sp>
          <p:nvSpPr>
            <p:cNvPr id="9" name="Freeform 9"/>
            <p:cNvSpPr/>
            <p:nvPr/>
          </p:nvSpPr>
          <p:spPr>
            <a:xfrm rot="5400000">
              <a:off x="-604319" y="604319"/>
              <a:ext cx="2077347" cy="868709"/>
            </a:xfrm>
            <a:custGeom>
              <a:avLst/>
              <a:gdLst/>
              <a:ahLst/>
              <a:cxnLst/>
              <a:rect l="l" t="t" r="r" b="b"/>
              <a:pathLst>
                <a:path w="2077347" h="868709">
                  <a:moveTo>
                    <a:pt x="0" y="0"/>
                  </a:moveTo>
                  <a:lnTo>
                    <a:pt x="2077347" y="0"/>
                  </a:lnTo>
                  <a:lnTo>
                    <a:pt x="2077347" y="868709"/>
                  </a:lnTo>
                  <a:lnTo>
                    <a:pt x="0" y="8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10"/>
            <p:cNvSpPr/>
            <p:nvPr/>
          </p:nvSpPr>
          <p:spPr>
            <a:xfrm rot="5400000" flipH="1" flipV="1">
              <a:off x="12637204" y="604319"/>
              <a:ext cx="2077347" cy="868709"/>
            </a:xfrm>
            <a:custGeom>
              <a:avLst/>
              <a:gdLst/>
              <a:ahLst/>
              <a:cxnLst/>
              <a:rect l="l" t="t" r="r" b="b"/>
              <a:pathLst>
                <a:path w="2077347" h="868709">
                  <a:moveTo>
                    <a:pt x="2077347" y="868709"/>
                  </a:moveTo>
                  <a:lnTo>
                    <a:pt x="0" y="868709"/>
                  </a:lnTo>
                  <a:lnTo>
                    <a:pt x="0" y="0"/>
                  </a:lnTo>
                  <a:lnTo>
                    <a:pt x="2077347" y="0"/>
                  </a:lnTo>
                  <a:lnTo>
                    <a:pt x="2077347" y="86870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57077" y="6482451"/>
            <a:ext cx="1274534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0"/>
              </a:lnSpc>
            </a:pPr>
            <a:r>
              <a:rPr lang="en-US" sz="7500" b="1">
                <a:solidFill>
                  <a:srgbClr val="2DAF4B"/>
                </a:solidFill>
                <a:latin typeface="Poppins Bold"/>
                <a:ea typeface="Poppins Bold"/>
                <a:cs typeface="Poppins Bold"/>
                <a:sym typeface="Poppins Bold"/>
              </a:rPr>
              <a:t>PPT FORMAT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6272137" y="460047"/>
            <a:ext cx="0" cy="13715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3057077" y="7378118"/>
            <a:ext cx="1274534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0"/>
              </a:lnSpc>
            </a:pPr>
            <a:r>
              <a:rPr lang="en-US" sz="7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1 : TITLE SLIDE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9107" y="1847850"/>
            <a:ext cx="13898868" cy="635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TRACK :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PROBLEM STATEMENT : 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TEAM NAME :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IDEA TITLE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2 : 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3 : TECHNICAL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613699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4 : HOW IT WORKS ? (USER FLOW)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5 : PROJECT SNAPSHOTS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7065580" cy="120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0"/>
              </a:lnSpc>
            </a:pPr>
            <a:r>
              <a:rPr lang="en-US" sz="8500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6 : FEASIBILITY/VIABILITY AND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7 :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Custom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Poppins Bold</vt:lpstr>
      <vt:lpstr>Antonio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FOSS Workshop (1980 x 1080 px)</dc:title>
  <dc:creator>Prathamesh</dc:creator>
  <cp:lastModifiedBy>Prathamesh Mahadik</cp:lastModifiedBy>
  <cp:revision>2</cp:revision>
  <dcterms:created xsi:type="dcterms:W3CDTF">2006-08-16T00:00:00Z</dcterms:created>
  <dcterms:modified xsi:type="dcterms:W3CDTF">2026-09-05T09:24:28Z</dcterms:modified>
  <dc:identifier>DAHRPhLBNzY</dc:identifier>
</cp:coreProperties>
</file>